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7"/>
    <p:restoredTop sz="94586"/>
  </p:normalViewPr>
  <p:slideViewPr>
    <p:cSldViewPr snapToGrid="0" snapToObjects="1">
      <p:cViewPr varScale="1">
        <p:scale>
          <a:sx n="104" d="100"/>
          <a:sy n="104" d="100"/>
        </p:scale>
        <p:origin x="2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877D-DB31-2A43-8752-232CA72CFDA7}" type="datetimeFigureOut">
              <a:rPr lang="en-US" smtClean="0"/>
              <a:t>10/23/19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42429-7C37-624B-A55A-FC211C09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43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877D-DB31-2A43-8752-232CA72CFDA7}" type="datetimeFigureOut">
              <a:rPr lang="en-US" smtClean="0"/>
              <a:t>10/23/19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42429-7C37-624B-A55A-FC211C09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36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877D-DB31-2A43-8752-232CA72CFDA7}" type="datetimeFigureOut">
              <a:rPr lang="en-US" smtClean="0"/>
              <a:t>10/23/19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42429-7C37-624B-A55A-FC211C09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40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877D-DB31-2A43-8752-232CA72CFDA7}" type="datetimeFigureOut">
              <a:rPr lang="en-US" smtClean="0"/>
              <a:t>10/23/19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42429-7C37-624B-A55A-FC211C09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16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877D-DB31-2A43-8752-232CA72CFDA7}" type="datetimeFigureOut">
              <a:rPr lang="en-US" smtClean="0"/>
              <a:t>10/23/19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42429-7C37-624B-A55A-FC211C09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1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877D-DB31-2A43-8752-232CA72CFDA7}" type="datetimeFigureOut">
              <a:rPr lang="en-US" smtClean="0"/>
              <a:t>10/23/19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42429-7C37-624B-A55A-FC211C09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41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877D-DB31-2A43-8752-232CA72CFDA7}" type="datetimeFigureOut">
              <a:rPr lang="en-US" smtClean="0"/>
              <a:t>10/23/19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42429-7C37-624B-A55A-FC211C09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877D-DB31-2A43-8752-232CA72CFDA7}" type="datetimeFigureOut">
              <a:rPr lang="en-US" smtClean="0"/>
              <a:t>10/23/19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42429-7C37-624B-A55A-FC211C09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824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877D-DB31-2A43-8752-232CA72CFDA7}" type="datetimeFigureOut">
              <a:rPr lang="en-US" smtClean="0"/>
              <a:t>10/23/19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42429-7C37-624B-A55A-FC211C09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86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877D-DB31-2A43-8752-232CA72CFDA7}" type="datetimeFigureOut">
              <a:rPr lang="en-US" smtClean="0"/>
              <a:t>10/23/19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42429-7C37-624B-A55A-FC211C09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63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C877D-DB31-2A43-8752-232CA72CFDA7}" type="datetimeFigureOut">
              <a:rPr lang="en-US" smtClean="0"/>
              <a:t>10/23/19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42429-7C37-624B-A55A-FC211C09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40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C877D-DB31-2A43-8752-232CA72CFDA7}" type="datetimeFigureOut">
              <a:rPr lang="en-US" smtClean="0"/>
              <a:t>10/23/19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42429-7C37-624B-A55A-FC211C09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4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74" y="820371"/>
            <a:ext cx="6383058" cy="57904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349" y="617838"/>
            <a:ext cx="3269907" cy="28667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013" y="3731742"/>
            <a:ext cx="3276243" cy="2879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42054" y="358344"/>
            <a:ext cx="896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56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Aimee Fullerton</dc:creator>
  <cp:lastModifiedBy>Aimee Fullerton</cp:lastModifiedBy>
  <cp:revision>1</cp:revision>
  <dcterms:created xsi:type="dcterms:W3CDTF">2019-10-23T21:08:50Z</dcterms:created>
  <dcterms:modified xsi:type="dcterms:W3CDTF">2019-10-23T21:11:00Z</dcterms:modified>
</cp:coreProperties>
</file>